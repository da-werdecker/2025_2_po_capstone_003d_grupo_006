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DM Sans Bold" charset="1" panose="00000000000000000000"/>
      <p:regular r:id="rId21"/>
    </p:embeddedFont>
    <p:embeddedFont>
      <p:font typeface="DM Sans Italics" charset="1" panose="00000000000000000000"/>
      <p:regular r:id="rId22"/>
    </p:embeddedFont>
    <p:embeddedFont>
      <p:font typeface="Open Sans Bold" charset="1" panose="020B0806030504020204"/>
      <p:regular r:id="rId23"/>
    </p:embeddedFont>
    <p:embeddedFont>
      <p:font typeface="Open Sans" charset="1" panose="020B0606030504020204"/>
      <p:regular r:id="rId24"/>
    </p:embeddedFont>
    <p:embeddedFont>
      <p:font typeface="DM Sans" charset="1" panose="00000000000000000000"/>
      <p:regular r:id="rId25"/>
    </p:embeddedFont>
    <p:embeddedFont>
      <p:font typeface="Open Sans Italics" charset="1" panose="020B0606030504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30" Target="../media/image29.png" Type="http://schemas.openxmlformats.org/officeDocument/2006/relationships/image"/><Relationship Id="rId31" Target="../media/image3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16" Target="../media/image29.png" Type="http://schemas.openxmlformats.org/officeDocument/2006/relationships/image"/><Relationship Id="rId17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1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2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3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4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5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6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7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8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4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42.png" Type="http://schemas.openxmlformats.org/officeDocument/2006/relationships/image"/><Relationship Id="rId13" Target="../media/image43.svg" Type="http://schemas.openxmlformats.org/officeDocument/2006/relationships/image"/><Relationship Id="rId14" Target="../media/image44.png" Type="http://schemas.openxmlformats.org/officeDocument/2006/relationships/image"/><Relationship Id="rId15" Target="../media/image45.svg" Type="http://schemas.openxmlformats.org/officeDocument/2006/relationships/image"/><Relationship Id="rId16" Target="../media/image46.png" Type="http://schemas.openxmlformats.org/officeDocument/2006/relationships/image"/><Relationship Id="rId17" Target="../media/image47.svg" Type="http://schemas.openxmlformats.org/officeDocument/2006/relationships/image"/><Relationship Id="rId18" Target="../media/image48.png" Type="http://schemas.openxmlformats.org/officeDocument/2006/relationships/image"/><Relationship Id="rId19" Target="../media/image49.svg" Type="http://schemas.openxmlformats.org/officeDocument/2006/relationships/image"/><Relationship Id="rId2" Target="../media/image9.png" Type="http://schemas.openxmlformats.org/officeDocument/2006/relationships/image"/><Relationship Id="rId20" Target="../media/image50.png" Type="http://schemas.openxmlformats.org/officeDocument/2006/relationships/image"/><Relationship Id="rId21" Target="../media/image51.svg" Type="http://schemas.openxmlformats.org/officeDocument/2006/relationships/image"/><Relationship Id="rId22" Target="../media/image52.png" Type="http://schemas.openxmlformats.org/officeDocument/2006/relationships/image"/><Relationship Id="rId23" Target="../media/image53.svg" Type="http://schemas.openxmlformats.org/officeDocument/2006/relationships/image"/><Relationship Id="rId24" Target="../media/image54.png" Type="http://schemas.openxmlformats.org/officeDocument/2006/relationships/image"/><Relationship Id="rId25" Target="../media/image55.svg" Type="http://schemas.openxmlformats.org/officeDocument/2006/relationships/image"/><Relationship Id="rId26" Target="../media/image56.png" Type="http://schemas.openxmlformats.org/officeDocument/2006/relationships/image"/><Relationship Id="rId27" Target="../media/image57.sv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16" Target="../media/image19.png" Type="http://schemas.openxmlformats.org/officeDocument/2006/relationships/image"/><Relationship Id="rId17" Target="../media/image20.svg" Type="http://schemas.openxmlformats.org/officeDocument/2006/relationships/image"/><Relationship Id="rId18" Target="../media/image21.png" Type="http://schemas.openxmlformats.org/officeDocument/2006/relationships/image"/><Relationship Id="rId19" Target="../media/image22.svg" Type="http://schemas.openxmlformats.org/officeDocument/2006/relationships/image"/><Relationship Id="rId2" Target="../media/image1.png" Type="http://schemas.openxmlformats.org/officeDocument/2006/relationships/image"/><Relationship Id="rId20" Target="../media/image23.png" Type="http://schemas.openxmlformats.org/officeDocument/2006/relationships/image"/><Relationship Id="rId21" Target="../media/image24.svg" Type="http://schemas.openxmlformats.org/officeDocument/2006/relationships/image"/><Relationship Id="rId22" Target="../media/image25.png" Type="http://schemas.openxmlformats.org/officeDocument/2006/relationships/image"/><Relationship Id="rId23" Target="../media/image26.svg" Type="http://schemas.openxmlformats.org/officeDocument/2006/relationships/image"/><Relationship Id="rId24" Target="../media/image27.png" Type="http://schemas.openxmlformats.org/officeDocument/2006/relationships/image"/><Relationship Id="rId25" Target="../media/image28.svg" Type="http://schemas.openxmlformats.org/officeDocument/2006/relationships/image"/><Relationship Id="rId26" Target="../media/image29.png" Type="http://schemas.openxmlformats.org/officeDocument/2006/relationships/image"/><Relationship Id="rId27" Target="../media/image30.svg" Type="http://schemas.openxmlformats.org/officeDocument/2006/relationships/image"/><Relationship Id="rId28" Target="../media/image7.png" Type="http://schemas.openxmlformats.org/officeDocument/2006/relationships/image"/><Relationship Id="rId29" Target="../media/image8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16" Target="../media/image19.png" Type="http://schemas.openxmlformats.org/officeDocument/2006/relationships/image"/><Relationship Id="rId17" Target="../media/image20.svg" Type="http://schemas.openxmlformats.org/officeDocument/2006/relationships/image"/><Relationship Id="rId18" Target="../media/image21.png" Type="http://schemas.openxmlformats.org/officeDocument/2006/relationships/image"/><Relationship Id="rId19" Target="../media/image22.svg" Type="http://schemas.openxmlformats.org/officeDocument/2006/relationships/image"/><Relationship Id="rId2" Target="../media/image1.png" Type="http://schemas.openxmlformats.org/officeDocument/2006/relationships/image"/><Relationship Id="rId20" Target="../media/image23.png" Type="http://schemas.openxmlformats.org/officeDocument/2006/relationships/image"/><Relationship Id="rId21" Target="../media/image24.svg" Type="http://schemas.openxmlformats.org/officeDocument/2006/relationships/image"/><Relationship Id="rId22" Target="../media/image25.png" Type="http://schemas.openxmlformats.org/officeDocument/2006/relationships/image"/><Relationship Id="rId23" Target="../media/image26.svg" Type="http://schemas.openxmlformats.org/officeDocument/2006/relationships/image"/><Relationship Id="rId24" Target="../media/image27.png" Type="http://schemas.openxmlformats.org/officeDocument/2006/relationships/image"/><Relationship Id="rId25" Target="../media/image28.svg" Type="http://schemas.openxmlformats.org/officeDocument/2006/relationships/image"/><Relationship Id="rId26" Target="../media/image29.png" Type="http://schemas.openxmlformats.org/officeDocument/2006/relationships/image"/><Relationship Id="rId27" Target="../media/image30.svg" Type="http://schemas.openxmlformats.org/officeDocument/2006/relationships/image"/><Relationship Id="rId28" Target="../media/image58.jpeg" Type="http://schemas.openxmlformats.org/officeDocument/2006/relationships/image"/><Relationship Id="rId29" Target="../media/image59.jpeg" Type="http://schemas.openxmlformats.org/officeDocument/2006/relationships/image"/><Relationship Id="rId3" Target="../media/image2.svg" Type="http://schemas.openxmlformats.org/officeDocument/2006/relationships/image"/><Relationship Id="rId30" Target="../media/image60.jpeg" Type="http://schemas.openxmlformats.org/officeDocument/2006/relationships/image"/><Relationship Id="rId31" Target="../media/image61.jpeg" Type="http://schemas.openxmlformats.org/officeDocument/2006/relationships/image"/><Relationship Id="rId32" Target="../media/image6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29398" y="861489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30709" y="9258300"/>
            <a:ext cx="3059829" cy="751049"/>
          </a:xfrm>
          <a:custGeom>
            <a:avLst/>
            <a:gdLst/>
            <a:ahLst/>
            <a:cxnLst/>
            <a:rect r="r" b="b" t="t" l="l"/>
            <a:pathLst>
              <a:path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2564956" y="6366662"/>
            <a:ext cx="4413682" cy="2223392"/>
          </a:xfrm>
          <a:custGeom>
            <a:avLst/>
            <a:gdLst/>
            <a:ahLst/>
            <a:cxnLst/>
            <a:rect r="r" b="b" t="t" l="l"/>
            <a:pathLst>
              <a:path h="2223392" w="4413682">
                <a:moveTo>
                  <a:pt x="4413682" y="0"/>
                </a:moveTo>
                <a:lnTo>
                  <a:pt x="0" y="0"/>
                </a:lnTo>
                <a:lnTo>
                  <a:pt x="0" y="2223392"/>
                </a:lnTo>
                <a:lnTo>
                  <a:pt x="4413682" y="2223392"/>
                </a:lnTo>
                <a:lnTo>
                  <a:pt x="441368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23721" y="5837883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15205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686214" y="-2578193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138935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7409323" y="-2700100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4831481" y="-1626507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7259300" y="2262342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2570549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-5282649">
            <a:off x="16440369" y="6970869"/>
            <a:ext cx="3382987" cy="1154444"/>
          </a:xfrm>
          <a:custGeom>
            <a:avLst/>
            <a:gdLst/>
            <a:ahLst/>
            <a:cxnLst/>
            <a:rect r="r" b="b" t="t" l="l"/>
            <a:pathLst>
              <a:path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6978638" y="-642644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3127553" y="3434418"/>
            <a:ext cx="12032895" cy="2258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5"/>
              </a:lnSpc>
            </a:pPr>
            <a:r>
              <a:rPr lang="en-US" b="true" sz="73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Plataforma de Gestión  de Vehículos – PepsiCo Chile</a:t>
            </a:r>
          </a:p>
          <a:p>
            <a:pPr algn="ctr">
              <a:lnSpc>
                <a:spcPts val="3947"/>
              </a:lnSpc>
            </a:pPr>
            <a:r>
              <a:rPr lang="en-US" sz="42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Avance Fase 2 - Análisis y Diseño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70635" y="6433328"/>
            <a:ext cx="4866068" cy="2095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1"/>
              </a:lnSpc>
            </a:pPr>
            <a:r>
              <a:rPr lang="en-US" b="true" sz="4381" spc="-8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CAPSTONE </a:t>
            </a:r>
          </a:p>
          <a:p>
            <a:pPr algn="ctr">
              <a:lnSpc>
                <a:spcPts val="4381"/>
              </a:lnSpc>
            </a:pPr>
            <a:r>
              <a:rPr lang="en-US" b="true" sz="4381" spc="-8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003D - </a:t>
            </a:r>
            <a:r>
              <a:rPr lang="en-US" b="true" sz="4381" spc="-8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GRUPO 6</a:t>
            </a:r>
          </a:p>
          <a:p>
            <a:pPr algn="ctr">
              <a:lnSpc>
                <a:spcPts val="3881"/>
              </a:lnSpc>
            </a:pPr>
            <a:r>
              <a:rPr lang="en-US" b="true" sz="3881" spc="-7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Diego Fuentes</a:t>
            </a:r>
          </a:p>
          <a:p>
            <a:pPr algn="ctr">
              <a:lnSpc>
                <a:spcPts val="3881"/>
              </a:lnSpc>
            </a:pPr>
            <a:r>
              <a:rPr lang="en-US" b="true" sz="3881" spc="-7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Dana Werdecker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552876" y="1995962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28700" y="6366662"/>
            <a:ext cx="4413682" cy="2223392"/>
          </a:xfrm>
          <a:custGeom>
            <a:avLst/>
            <a:gdLst/>
            <a:ahLst/>
            <a:cxnLst/>
            <a:rect r="r" b="b" t="t" l="l"/>
            <a:pathLst>
              <a:path h="2223392" w="4413682">
                <a:moveTo>
                  <a:pt x="0" y="0"/>
                </a:moveTo>
                <a:lnTo>
                  <a:pt x="4413682" y="0"/>
                </a:lnTo>
                <a:lnTo>
                  <a:pt x="4413682" y="2223392"/>
                </a:lnTo>
                <a:lnTo>
                  <a:pt x="0" y="22233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00774" y="3746651"/>
            <a:ext cx="502056" cy="5020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3DA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27066" y="3746651"/>
            <a:ext cx="502056" cy="5020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48E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654028" y="3746651"/>
            <a:ext cx="502056" cy="50205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F4A71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261128" y="3746651"/>
            <a:ext cx="502056" cy="50205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F4A7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261319" y="1932079"/>
            <a:ext cx="11765361" cy="1177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730"/>
              </a:lnSpc>
              <a:spcBef>
                <a:spcPct val="0"/>
              </a:spcBef>
            </a:pPr>
            <a:r>
              <a:rPr lang="en-US" b="true" sz="9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Planificación General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4939" y="4463975"/>
            <a:ext cx="2986312" cy="67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b="true" sz="5000">
                <a:solidFill>
                  <a:srgbClr val="648E38"/>
                </a:solidFill>
                <a:latin typeface="DM Sans Bold"/>
                <a:ea typeface="DM Sans Bold"/>
                <a:cs typeface="DM Sans Bold"/>
                <a:sym typeface="DM Sans Bold"/>
              </a:rPr>
              <a:t>Iniciación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98379" y="4463975"/>
            <a:ext cx="5306847" cy="67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b="true" sz="5000">
                <a:solidFill>
                  <a:srgbClr val="003DA5"/>
                </a:solidFill>
                <a:latin typeface="DM Sans Bold"/>
                <a:ea typeface="DM Sans Bold"/>
                <a:cs typeface="DM Sans Bold"/>
                <a:sym typeface="DM Sans Bold"/>
              </a:rPr>
              <a:t>Análisis y Diseño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79209" y="5086350"/>
            <a:ext cx="1197771" cy="28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Completada.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71487" y="5086350"/>
            <a:ext cx="116063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Completada.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72951" y="4463975"/>
            <a:ext cx="3264211" cy="67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b="true" sz="5000">
                <a:solidFill>
                  <a:srgbClr val="EF4A71"/>
                </a:solidFill>
                <a:latin typeface="DM Sans Bold"/>
                <a:ea typeface="DM Sans Bold"/>
                <a:cs typeface="DM Sans Bold"/>
                <a:sym typeface="DM Sans Bold"/>
              </a:rPr>
              <a:t>Desarrollo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23877" y="5086350"/>
            <a:ext cx="962358" cy="28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Pendiente.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413494" y="4463975"/>
            <a:ext cx="2197323" cy="67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b="true" sz="5000">
                <a:solidFill>
                  <a:srgbClr val="EF4A71"/>
                </a:solidFill>
                <a:latin typeface="DM Sans Bold"/>
                <a:ea typeface="DM Sans Bold"/>
                <a:cs typeface="DM Sans Bold"/>
                <a:sym typeface="DM Sans Bold"/>
              </a:rPr>
              <a:t>Cierre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036805" y="5086350"/>
            <a:ext cx="950702" cy="28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Pendiente.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-1573240" y="8893298"/>
            <a:ext cx="4051334" cy="2765036"/>
          </a:xfrm>
          <a:custGeom>
            <a:avLst/>
            <a:gdLst/>
            <a:ahLst/>
            <a:cxnLst/>
            <a:rect r="r" b="b" t="t" l="l"/>
            <a:pathLst>
              <a:path h="2765036" w="4051334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262955" y="886458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-674156" y="-1322787"/>
            <a:ext cx="4224468" cy="2645573"/>
          </a:xfrm>
          <a:custGeom>
            <a:avLst/>
            <a:gdLst/>
            <a:ahLst/>
            <a:cxnLst/>
            <a:rect r="r" b="b" t="t" l="l"/>
            <a:pathLst>
              <a:path h="2645573" w="4224468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1101574" y="9560661"/>
            <a:ext cx="3169280" cy="2226419"/>
          </a:xfrm>
          <a:custGeom>
            <a:avLst/>
            <a:gdLst/>
            <a:ahLst/>
            <a:cxnLst/>
            <a:rect r="r" b="b" t="t" l="l"/>
            <a:pathLst>
              <a:path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9653627" y="-3037933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-5400000">
            <a:off x="4745771" y="-1877331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2932282" y="9271808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15262955" y="-1072630"/>
            <a:ext cx="1996345" cy="2149497"/>
          </a:xfrm>
          <a:custGeom>
            <a:avLst/>
            <a:gdLst/>
            <a:ahLst/>
            <a:cxnLst/>
            <a:rect r="r" b="b" t="t" l="l"/>
            <a:pathLst>
              <a:path h="2149497" w="1996345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1" id="31"/>
          <p:cNvSpPr/>
          <p:nvPr/>
        </p:nvSpPr>
        <p:spPr>
          <a:xfrm>
            <a:off x="-1573240" y="3997679"/>
            <a:ext cx="8974014" cy="0"/>
          </a:xfrm>
          <a:prstGeom prst="line">
            <a:avLst/>
          </a:prstGeom>
          <a:ln cap="flat" w="28575">
            <a:solidFill>
              <a:srgbClr val="648E3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7902830" y="3997679"/>
            <a:ext cx="4972601" cy="0"/>
          </a:xfrm>
          <a:prstGeom prst="line">
            <a:avLst/>
          </a:prstGeom>
          <a:ln cap="flat" w="28575">
            <a:solidFill>
              <a:srgbClr val="003D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2875342" y="3997679"/>
            <a:ext cx="7908139" cy="0"/>
          </a:xfrm>
          <a:prstGeom prst="line">
            <a:avLst/>
          </a:prstGeom>
          <a:ln cap="flat" w="28575">
            <a:solidFill>
              <a:srgbClr val="EF4A7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452427" y="6166016"/>
            <a:ext cx="2749042" cy="39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Entregables clave: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55615" y="6650753"/>
            <a:ext cx="3444959" cy="2213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Acta de Constitución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RACI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Stakeholders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Carta Gantt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Supuestos, Restricciones y Riesgos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418389" y="6650753"/>
            <a:ext cx="2466826" cy="2213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ERS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UML/BPMN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Arquitectura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EDT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 de Pruebas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Mockups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364675" y="7393777"/>
            <a:ext cx="3080762" cy="727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Implementación Django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368393" y="7393777"/>
            <a:ext cx="2287526" cy="727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Pruebas y entrega final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13605" y="5473731"/>
            <a:ext cx="3328980" cy="22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b="true" sz="1698">
                <a:solidFill>
                  <a:srgbClr val="648E38"/>
                </a:solidFill>
                <a:latin typeface="DM Sans Bold"/>
                <a:ea typeface="DM Sans Bold"/>
                <a:cs typeface="DM Sans Bold"/>
                <a:sym typeface="DM Sans Bold"/>
              </a:rPr>
              <a:t>Fecha de Cierre: </a:t>
            </a:r>
            <a:r>
              <a:rPr lang="en-US" sz="169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17/09/2025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987312" y="5473731"/>
            <a:ext cx="3328980" cy="22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b="true" sz="1698">
                <a:solidFill>
                  <a:srgbClr val="003DA5"/>
                </a:solidFill>
                <a:latin typeface="DM Sans Bold"/>
                <a:ea typeface="DM Sans Bold"/>
                <a:cs typeface="DM Sans Bold"/>
                <a:sym typeface="DM Sans Bold"/>
              </a:rPr>
              <a:t>Fecha de Cierre:</a:t>
            </a:r>
            <a:r>
              <a:rPr lang="en-US" b="true" sz="1698">
                <a:solidFill>
                  <a:srgbClr val="648E38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169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21/10/2025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240567" y="5541608"/>
            <a:ext cx="3328980" cy="227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b="true" sz="1698">
                <a:solidFill>
                  <a:srgbClr val="EF4A71"/>
                </a:solidFill>
                <a:latin typeface="DM Sans Bold"/>
                <a:ea typeface="DM Sans Bold"/>
                <a:cs typeface="DM Sans Bold"/>
                <a:sym typeface="DM Sans Bold"/>
              </a:rPr>
              <a:t>Fecha de Inicio: </a:t>
            </a:r>
            <a:r>
              <a:rPr lang="en-US" sz="169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22/10/2025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847666" y="5541608"/>
            <a:ext cx="3328980" cy="227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b="true" sz="1698">
                <a:solidFill>
                  <a:srgbClr val="EF4A71"/>
                </a:solidFill>
                <a:latin typeface="DM Sans Bold"/>
                <a:ea typeface="DM Sans Bold"/>
                <a:cs typeface="DM Sans Bold"/>
                <a:sym typeface="DM Sans Bold"/>
              </a:rPr>
              <a:t>Fecha de Inicio: </a:t>
            </a:r>
            <a:r>
              <a:rPr lang="en-US" sz="169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18/11/2025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4827993" y="-1392447"/>
            <a:ext cx="4017146" cy="3158481"/>
          </a:xfrm>
          <a:custGeom>
            <a:avLst/>
            <a:gdLst/>
            <a:ahLst/>
            <a:cxnLst/>
            <a:rect r="r" b="b" t="t" l="l"/>
            <a:pathLst>
              <a:path h="3158481" w="4017146">
                <a:moveTo>
                  <a:pt x="0" y="0"/>
                </a:moveTo>
                <a:lnTo>
                  <a:pt x="4017147" y="0"/>
                </a:lnTo>
                <a:lnTo>
                  <a:pt x="4017147" y="3158481"/>
                </a:lnTo>
                <a:lnTo>
                  <a:pt x="0" y="3158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580296" y="-1616873"/>
            <a:ext cx="4224468" cy="2645573"/>
          </a:xfrm>
          <a:custGeom>
            <a:avLst/>
            <a:gdLst/>
            <a:ahLst/>
            <a:cxnLst/>
            <a:rect r="r" b="b" t="t" l="l"/>
            <a:pathLst>
              <a:path h="2645573" w="4224468">
                <a:moveTo>
                  <a:pt x="0" y="0"/>
                </a:moveTo>
                <a:lnTo>
                  <a:pt x="4224469" y="0"/>
                </a:lnTo>
                <a:lnTo>
                  <a:pt x="4224469" y="2645573"/>
                </a:lnTo>
                <a:lnTo>
                  <a:pt x="0" y="2645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327486" y="9544050"/>
            <a:ext cx="3169280" cy="2226419"/>
          </a:xfrm>
          <a:custGeom>
            <a:avLst/>
            <a:gdLst/>
            <a:ahLst/>
            <a:cxnLst/>
            <a:rect r="r" b="b" t="t" l="l"/>
            <a:pathLst>
              <a:path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0735747" y="9530780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1558320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7433853"/>
            <a:ext cx="1794966" cy="1932669"/>
          </a:xfrm>
          <a:custGeom>
            <a:avLst/>
            <a:gdLst/>
            <a:ahLst/>
            <a:cxnLst/>
            <a:rect r="r" b="b" t="t" l="l"/>
            <a:pathLst>
              <a:path h="1932669" w="1794966">
                <a:moveTo>
                  <a:pt x="0" y="0"/>
                </a:moveTo>
                <a:lnTo>
                  <a:pt x="1794966" y="0"/>
                </a:lnTo>
                <a:lnTo>
                  <a:pt x="1794966" y="1932669"/>
                </a:lnTo>
                <a:lnTo>
                  <a:pt x="0" y="19326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744232" y="460501"/>
            <a:ext cx="1488463" cy="1602652"/>
          </a:xfrm>
          <a:custGeom>
            <a:avLst/>
            <a:gdLst/>
            <a:ahLst/>
            <a:cxnLst/>
            <a:rect r="r" b="b" t="t" l="l"/>
            <a:pathLst>
              <a:path h="1602652" w="1488463">
                <a:moveTo>
                  <a:pt x="0" y="0"/>
                </a:moveTo>
                <a:lnTo>
                  <a:pt x="1488464" y="0"/>
                </a:lnTo>
                <a:lnTo>
                  <a:pt x="1488464" y="1602652"/>
                </a:lnTo>
                <a:lnTo>
                  <a:pt x="0" y="16026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215183" y="1610438"/>
            <a:ext cx="17941600" cy="6974797"/>
          </a:xfrm>
          <a:custGeom>
            <a:avLst/>
            <a:gdLst/>
            <a:ahLst/>
            <a:cxnLst/>
            <a:rect r="r" b="b" t="t" l="l"/>
            <a:pathLst>
              <a:path h="6974797" w="17941600">
                <a:moveTo>
                  <a:pt x="0" y="0"/>
                </a:moveTo>
                <a:lnTo>
                  <a:pt x="17941600" y="0"/>
                </a:lnTo>
                <a:lnTo>
                  <a:pt x="17941600" y="6974797"/>
                </a:lnTo>
                <a:lnTo>
                  <a:pt x="0" y="697479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14596" y="317626"/>
            <a:ext cx="8858808" cy="1292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0"/>
              </a:lnSpc>
            </a:pPr>
            <a:r>
              <a:rPr lang="en-US" sz="7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Carta Gantt Fase 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4827993" y="-1392447"/>
            <a:ext cx="4017146" cy="3158481"/>
          </a:xfrm>
          <a:custGeom>
            <a:avLst/>
            <a:gdLst/>
            <a:ahLst/>
            <a:cxnLst/>
            <a:rect r="r" b="b" t="t" l="l"/>
            <a:pathLst>
              <a:path h="3158481" w="4017146">
                <a:moveTo>
                  <a:pt x="0" y="0"/>
                </a:moveTo>
                <a:lnTo>
                  <a:pt x="4017147" y="0"/>
                </a:lnTo>
                <a:lnTo>
                  <a:pt x="4017147" y="3158481"/>
                </a:lnTo>
                <a:lnTo>
                  <a:pt x="0" y="3158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580296" y="-1616873"/>
            <a:ext cx="4224468" cy="2645573"/>
          </a:xfrm>
          <a:custGeom>
            <a:avLst/>
            <a:gdLst/>
            <a:ahLst/>
            <a:cxnLst/>
            <a:rect r="r" b="b" t="t" l="l"/>
            <a:pathLst>
              <a:path h="2645573" w="4224468">
                <a:moveTo>
                  <a:pt x="0" y="0"/>
                </a:moveTo>
                <a:lnTo>
                  <a:pt x="4224469" y="0"/>
                </a:lnTo>
                <a:lnTo>
                  <a:pt x="4224469" y="2645573"/>
                </a:lnTo>
                <a:lnTo>
                  <a:pt x="0" y="2645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327486" y="9544050"/>
            <a:ext cx="3169280" cy="2226419"/>
          </a:xfrm>
          <a:custGeom>
            <a:avLst/>
            <a:gdLst/>
            <a:ahLst/>
            <a:cxnLst/>
            <a:rect r="r" b="b" t="t" l="l"/>
            <a:pathLst>
              <a:path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0735747" y="9530780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1558320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7433853"/>
            <a:ext cx="1794966" cy="1932669"/>
          </a:xfrm>
          <a:custGeom>
            <a:avLst/>
            <a:gdLst/>
            <a:ahLst/>
            <a:cxnLst/>
            <a:rect r="r" b="b" t="t" l="l"/>
            <a:pathLst>
              <a:path h="1932669" w="1794966">
                <a:moveTo>
                  <a:pt x="0" y="0"/>
                </a:moveTo>
                <a:lnTo>
                  <a:pt x="1794966" y="0"/>
                </a:lnTo>
                <a:lnTo>
                  <a:pt x="1794966" y="1932669"/>
                </a:lnTo>
                <a:lnTo>
                  <a:pt x="0" y="19326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744232" y="460501"/>
            <a:ext cx="1488463" cy="1602652"/>
          </a:xfrm>
          <a:custGeom>
            <a:avLst/>
            <a:gdLst/>
            <a:ahLst/>
            <a:cxnLst/>
            <a:rect r="r" b="b" t="t" l="l"/>
            <a:pathLst>
              <a:path h="1602652" w="1488463">
                <a:moveTo>
                  <a:pt x="0" y="0"/>
                </a:moveTo>
                <a:lnTo>
                  <a:pt x="1488464" y="0"/>
                </a:lnTo>
                <a:lnTo>
                  <a:pt x="1488464" y="1602652"/>
                </a:lnTo>
                <a:lnTo>
                  <a:pt x="0" y="16026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305347" y="1261827"/>
            <a:ext cx="17851436" cy="7430660"/>
          </a:xfrm>
          <a:custGeom>
            <a:avLst/>
            <a:gdLst/>
            <a:ahLst/>
            <a:cxnLst/>
            <a:rect r="r" b="b" t="t" l="l"/>
            <a:pathLst>
              <a:path h="7430660" w="17851436">
                <a:moveTo>
                  <a:pt x="0" y="0"/>
                </a:moveTo>
                <a:lnTo>
                  <a:pt x="17851436" y="0"/>
                </a:lnTo>
                <a:lnTo>
                  <a:pt x="17851436" y="7430660"/>
                </a:lnTo>
                <a:lnTo>
                  <a:pt x="0" y="743066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14596" y="317626"/>
            <a:ext cx="8858808" cy="1292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0"/>
              </a:lnSpc>
            </a:pPr>
            <a:r>
              <a:rPr lang="en-US" sz="7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Carta Gantt Fase 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4827993" y="-1392447"/>
            <a:ext cx="4017146" cy="3158481"/>
          </a:xfrm>
          <a:custGeom>
            <a:avLst/>
            <a:gdLst/>
            <a:ahLst/>
            <a:cxnLst/>
            <a:rect r="r" b="b" t="t" l="l"/>
            <a:pathLst>
              <a:path h="3158481" w="4017146">
                <a:moveTo>
                  <a:pt x="0" y="0"/>
                </a:moveTo>
                <a:lnTo>
                  <a:pt x="4017147" y="0"/>
                </a:lnTo>
                <a:lnTo>
                  <a:pt x="4017147" y="3158481"/>
                </a:lnTo>
                <a:lnTo>
                  <a:pt x="0" y="3158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580296" y="-1616873"/>
            <a:ext cx="4224468" cy="2645573"/>
          </a:xfrm>
          <a:custGeom>
            <a:avLst/>
            <a:gdLst/>
            <a:ahLst/>
            <a:cxnLst/>
            <a:rect r="r" b="b" t="t" l="l"/>
            <a:pathLst>
              <a:path h="2645573" w="4224468">
                <a:moveTo>
                  <a:pt x="0" y="0"/>
                </a:moveTo>
                <a:lnTo>
                  <a:pt x="4224469" y="0"/>
                </a:lnTo>
                <a:lnTo>
                  <a:pt x="4224469" y="2645573"/>
                </a:lnTo>
                <a:lnTo>
                  <a:pt x="0" y="2645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327486" y="9544050"/>
            <a:ext cx="3169280" cy="2226419"/>
          </a:xfrm>
          <a:custGeom>
            <a:avLst/>
            <a:gdLst/>
            <a:ahLst/>
            <a:cxnLst/>
            <a:rect r="r" b="b" t="t" l="l"/>
            <a:pathLst>
              <a:path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0735747" y="9530780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1558320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7433853"/>
            <a:ext cx="1794966" cy="1932669"/>
          </a:xfrm>
          <a:custGeom>
            <a:avLst/>
            <a:gdLst/>
            <a:ahLst/>
            <a:cxnLst/>
            <a:rect r="r" b="b" t="t" l="l"/>
            <a:pathLst>
              <a:path h="1932669" w="1794966">
                <a:moveTo>
                  <a:pt x="0" y="0"/>
                </a:moveTo>
                <a:lnTo>
                  <a:pt x="1794966" y="0"/>
                </a:lnTo>
                <a:lnTo>
                  <a:pt x="1794966" y="1932669"/>
                </a:lnTo>
                <a:lnTo>
                  <a:pt x="0" y="19326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744232" y="460501"/>
            <a:ext cx="1488463" cy="1602652"/>
          </a:xfrm>
          <a:custGeom>
            <a:avLst/>
            <a:gdLst/>
            <a:ahLst/>
            <a:cxnLst/>
            <a:rect r="r" b="b" t="t" l="l"/>
            <a:pathLst>
              <a:path h="1602652" w="1488463">
                <a:moveTo>
                  <a:pt x="0" y="0"/>
                </a:moveTo>
                <a:lnTo>
                  <a:pt x="1488464" y="0"/>
                </a:lnTo>
                <a:lnTo>
                  <a:pt x="1488464" y="1602652"/>
                </a:lnTo>
                <a:lnTo>
                  <a:pt x="0" y="16026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49414" y="1430862"/>
            <a:ext cx="15881606" cy="7662875"/>
          </a:xfrm>
          <a:custGeom>
            <a:avLst/>
            <a:gdLst/>
            <a:ahLst/>
            <a:cxnLst/>
            <a:rect r="r" b="b" t="t" l="l"/>
            <a:pathLst>
              <a:path h="7662875" w="15881606">
                <a:moveTo>
                  <a:pt x="0" y="0"/>
                </a:moveTo>
                <a:lnTo>
                  <a:pt x="15881606" y="0"/>
                </a:lnTo>
                <a:lnTo>
                  <a:pt x="15881606" y="7662875"/>
                </a:lnTo>
                <a:lnTo>
                  <a:pt x="0" y="76628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4827993" y="-1392447"/>
            <a:ext cx="4017146" cy="3158481"/>
          </a:xfrm>
          <a:custGeom>
            <a:avLst/>
            <a:gdLst/>
            <a:ahLst/>
            <a:cxnLst/>
            <a:rect r="r" b="b" t="t" l="l"/>
            <a:pathLst>
              <a:path h="3158481" w="4017146">
                <a:moveTo>
                  <a:pt x="0" y="0"/>
                </a:moveTo>
                <a:lnTo>
                  <a:pt x="4017147" y="0"/>
                </a:lnTo>
                <a:lnTo>
                  <a:pt x="4017147" y="3158481"/>
                </a:lnTo>
                <a:lnTo>
                  <a:pt x="0" y="3158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580296" y="-1616873"/>
            <a:ext cx="4224468" cy="2645573"/>
          </a:xfrm>
          <a:custGeom>
            <a:avLst/>
            <a:gdLst/>
            <a:ahLst/>
            <a:cxnLst/>
            <a:rect r="r" b="b" t="t" l="l"/>
            <a:pathLst>
              <a:path h="2645573" w="4224468">
                <a:moveTo>
                  <a:pt x="0" y="0"/>
                </a:moveTo>
                <a:lnTo>
                  <a:pt x="4224469" y="0"/>
                </a:lnTo>
                <a:lnTo>
                  <a:pt x="4224469" y="2645573"/>
                </a:lnTo>
                <a:lnTo>
                  <a:pt x="0" y="2645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327486" y="9544050"/>
            <a:ext cx="3169280" cy="2226419"/>
          </a:xfrm>
          <a:custGeom>
            <a:avLst/>
            <a:gdLst/>
            <a:ahLst/>
            <a:cxnLst/>
            <a:rect r="r" b="b" t="t" l="l"/>
            <a:pathLst>
              <a:path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0735747" y="9530780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1558320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7433853"/>
            <a:ext cx="1794966" cy="1932669"/>
          </a:xfrm>
          <a:custGeom>
            <a:avLst/>
            <a:gdLst/>
            <a:ahLst/>
            <a:cxnLst/>
            <a:rect r="r" b="b" t="t" l="l"/>
            <a:pathLst>
              <a:path h="1932669" w="1794966">
                <a:moveTo>
                  <a:pt x="0" y="0"/>
                </a:moveTo>
                <a:lnTo>
                  <a:pt x="1794966" y="0"/>
                </a:lnTo>
                <a:lnTo>
                  <a:pt x="1794966" y="1932669"/>
                </a:lnTo>
                <a:lnTo>
                  <a:pt x="0" y="19326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744232" y="460501"/>
            <a:ext cx="1488463" cy="1602652"/>
          </a:xfrm>
          <a:custGeom>
            <a:avLst/>
            <a:gdLst/>
            <a:ahLst/>
            <a:cxnLst/>
            <a:rect r="r" b="b" t="t" l="l"/>
            <a:pathLst>
              <a:path h="1602652" w="1488463">
                <a:moveTo>
                  <a:pt x="0" y="0"/>
                </a:moveTo>
                <a:lnTo>
                  <a:pt x="1488464" y="0"/>
                </a:lnTo>
                <a:lnTo>
                  <a:pt x="1488464" y="1602652"/>
                </a:lnTo>
                <a:lnTo>
                  <a:pt x="0" y="16026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2538724" y="1547171"/>
            <a:ext cx="12926084" cy="8498900"/>
          </a:xfrm>
          <a:custGeom>
            <a:avLst/>
            <a:gdLst/>
            <a:ahLst/>
            <a:cxnLst/>
            <a:rect r="r" b="b" t="t" l="l"/>
            <a:pathLst>
              <a:path h="8498900" w="12926084">
                <a:moveTo>
                  <a:pt x="0" y="0"/>
                </a:moveTo>
                <a:lnTo>
                  <a:pt x="12926084" y="0"/>
                </a:lnTo>
                <a:lnTo>
                  <a:pt x="12926084" y="8498900"/>
                </a:lnTo>
                <a:lnTo>
                  <a:pt x="0" y="84989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4232" y="320363"/>
            <a:ext cx="16913858" cy="122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Evidencias: Casos de uso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4827993" y="-1392447"/>
            <a:ext cx="4017146" cy="3158481"/>
          </a:xfrm>
          <a:custGeom>
            <a:avLst/>
            <a:gdLst/>
            <a:ahLst/>
            <a:cxnLst/>
            <a:rect r="r" b="b" t="t" l="l"/>
            <a:pathLst>
              <a:path h="3158481" w="4017146">
                <a:moveTo>
                  <a:pt x="0" y="0"/>
                </a:moveTo>
                <a:lnTo>
                  <a:pt x="4017147" y="0"/>
                </a:lnTo>
                <a:lnTo>
                  <a:pt x="4017147" y="3158481"/>
                </a:lnTo>
                <a:lnTo>
                  <a:pt x="0" y="3158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580296" y="-1616873"/>
            <a:ext cx="4224468" cy="2645573"/>
          </a:xfrm>
          <a:custGeom>
            <a:avLst/>
            <a:gdLst/>
            <a:ahLst/>
            <a:cxnLst/>
            <a:rect r="r" b="b" t="t" l="l"/>
            <a:pathLst>
              <a:path h="2645573" w="4224468">
                <a:moveTo>
                  <a:pt x="0" y="0"/>
                </a:moveTo>
                <a:lnTo>
                  <a:pt x="4224469" y="0"/>
                </a:lnTo>
                <a:lnTo>
                  <a:pt x="4224469" y="2645573"/>
                </a:lnTo>
                <a:lnTo>
                  <a:pt x="0" y="2645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327486" y="9544050"/>
            <a:ext cx="3169280" cy="2226419"/>
          </a:xfrm>
          <a:custGeom>
            <a:avLst/>
            <a:gdLst/>
            <a:ahLst/>
            <a:cxnLst/>
            <a:rect r="r" b="b" t="t" l="l"/>
            <a:pathLst>
              <a:path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0735747" y="9530780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1558320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7433853"/>
            <a:ext cx="1794966" cy="1932669"/>
          </a:xfrm>
          <a:custGeom>
            <a:avLst/>
            <a:gdLst/>
            <a:ahLst/>
            <a:cxnLst/>
            <a:rect r="r" b="b" t="t" l="l"/>
            <a:pathLst>
              <a:path h="1932669" w="1794966">
                <a:moveTo>
                  <a:pt x="0" y="0"/>
                </a:moveTo>
                <a:lnTo>
                  <a:pt x="1794966" y="0"/>
                </a:lnTo>
                <a:lnTo>
                  <a:pt x="1794966" y="1932669"/>
                </a:lnTo>
                <a:lnTo>
                  <a:pt x="0" y="19326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744232" y="460501"/>
            <a:ext cx="1488463" cy="1602652"/>
          </a:xfrm>
          <a:custGeom>
            <a:avLst/>
            <a:gdLst/>
            <a:ahLst/>
            <a:cxnLst/>
            <a:rect r="r" b="b" t="t" l="l"/>
            <a:pathLst>
              <a:path h="1602652" w="1488463">
                <a:moveTo>
                  <a:pt x="0" y="0"/>
                </a:moveTo>
                <a:lnTo>
                  <a:pt x="1488464" y="0"/>
                </a:lnTo>
                <a:lnTo>
                  <a:pt x="1488464" y="1602652"/>
                </a:lnTo>
                <a:lnTo>
                  <a:pt x="0" y="16026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2244353" y="1610438"/>
            <a:ext cx="13799293" cy="8296825"/>
          </a:xfrm>
          <a:custGeom>
            <a:avLst/>
            <a:gdLst/>
            <a:ahLst/>
            <a:cxnLst/>
            <a:rect r="r" b="b" t="t" l="l"/>
            <a:pathLst>
              <a:path h="8296825" w="13799293">
                <a:moveTo>
                  <a:pt x="0" y="0"/>
                </a:moveTo>
                <a:lnTo>
                  <a:pt x="13799294" y="0"/>
                </a:lnTo>
                <a:lnTo>
                  <a:pt x="13799294" y="8296825"/>
                </a:lnTo>
                <a:lnTo>
                  <a:pt x="0" y="82968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69314" y="327151"/>
            <a:ext cx="15549373" cy="122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Evidencias: Diagrama de clases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4827993" y="-1392447"/>
            <a:ext cx="4017146" cy="3158481"/>
          </a:xfrm>
          <a:custGeom>
            <a:avLst/>
            <a:gdLst/>
            <a:ahLst/>
            <a:cxnLst/>
            <a:rect r="r" b="b" t="t" l="l"/>
            <a:pathLst>
              <a:path h="3158481" w="4017146">
                <a:moveTo>
                  <a:pt x="0" y="0"/>
                </a:moveTo>
                <a:lnTo>
                  <a:pt x="4017147" y="0"/>
                </a:lnTo>
                <a:lnTo>
                  <a:pt x="4017147" y="3158481"/>
                </a:lnTo>
                <a:lnTo>
                  <a:pt x="0" y="3158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580296" y="-1616873"/>
            <a:ext cx="4224468" cy="2645573"/>
          </a:xfrm>
          <a:custGeom>
            <a:avLst/>
            <a:gdLst/>
            <a:ahLst/>
            <a:cxnLst/>
            <a:rect r="r" b="b" t="t" l="l"/>
            <a:pathLst>
              <a:path h="2645573" w="4224468">
                <a:moveTo>
                  <a:pt x="0" y="0"/>
                </a:moveTo>
                <a:lnTo>
                  <a:pt x="4224469" y="0"/>
                </a:lnTo>
                <a:lnTo>
                  <a:pt x="4224469" y="2645573"/>
                </a:lnTo>
                <a:lnTo>
                  <a:pt x="0" y="2645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327486" y="9544050"/>
            <a:ext cx="3169280" cy="2226419"/>
          </a:xfrm>
          <a:custGeom>
            <a:avLst/>
            <a:gdLst/>
            <a:ahLst/>
            <a:cxnLst/>
            <a:rect r="r" b="b" t="t" l="l"/>
            <a:pathLst>
              <a:path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0735747" y="9530780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1558320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7433853"/>
            <a:ext cx="1794966" cy="1932669"/>
          </a:xfrm>
          <a:custGeom>
            <a:avLst/>
            <a:gdLst/>
            <a:ahLst/>
            <a:cxnLst/>
            <a:rect r="r" b="b" t="t" l="l"/>
            <a:pathLst>
              <a:path h="1932669" w="1794966">
                <a:moveTo>
                  <a:pt x="0" y="0"/>
                </a:moveTo>
                <a:lnTo>
                  <a:pt x="1794966" y="0"/>
                </a:lnTo>
                <a:lnTo>
                  <a:pt x="1794966" y="1932669"/>
                </a:lnTo>
                <a:lnTo>
                  <a:pt x="0" y="19326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744232" y="460501"/>
            <a:ext cx="1488463" cy="1602652"/>
          </a:xfrm>
          <a:custGeom>
            <a:avLst/>
            <a:gdLst/>
            <a:ahLst/>
            <a:cxnLst/>
            <a:rect r="r" b="b" t="t" l="l"/>
            <a:pathLst>
              <a:path h="1602652" w="1488463">
                <a:moveTo>
                  <a:pt x="0" y="0"/>
                </a:moveTo>
                <a:lnTo>
                  <a:pt x="1488464" y="0"/>
                </a:lnTo>
                <a:lnTo>
                  <a:pt x="1488464" y="1602652"/>
                </a:lnTo>
                <a:lnTo>
                  <a:pt x="0" y="16026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38225" y="460501"/>
            <a:ext cx="12289899" cy="9124484"/>
          </a:xfrm>
          <a:custGeom>
            <a:avLst/>
            <a:gdLst/>
            <a:ahLst/>
            <a:cxnLst/>
            <a:rect r="r" b="b" t="t" l="l"/>
            <a:pathLst>
              <a:path h="9124484" w="12289899">
                <a:moveTo>
                  <a:pt x="0" y="0"/>
                </a:moveTo>
                <a:lnTo>
                  <a:pt x="12289899" y="0"/>
                </a:lnTo>
                <a:lnTo>
                  <a:pt x="12289899" y="9124484"/>
                </a:lnTo>
                <a:lnTo>
                  <a:pt x="0" y="912448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6738" r="0" b="-673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956674" y="4459563"/>
            <a:ext cx="4331326" cy="166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4"/>
              </a:lnSpc>
            </a:pPr>
            <a:r>
              <a:rPr lang="en-US" sz="480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be Reparacion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4827993" y="-1392447"/>
            <a:ext cx="4017146" cy="3158481"/>
          </a:xfrm>
          <a:custGeom>
            <a:avLst/>
            <a:gdLst/>
            <a:ahLst/>
            <a:cxnLst/>
            <a:rect r="r" b="b" t="t" l="l"/>
            <a:pathLst>
              <a:path h="3158481" w="4017146">
                <a:moveTo>
                  <a:pt x="0" y="0"/>
                </a:moveTo>
                <a:lnTo>
                  <a:pt x="4017147" y="0"/>
                </a:lnTo>
                <a:lnTo>
                  <a:pt x="4017147" y="3158481"/>
                </a:lnTo>
                <a:lnTo>
                  <a:pt x="0" y="3158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580296" y="-1616873"/>
            <a:ext cx="4224468" cy="2645573"/>
          </a:xfrm>
          <a:custGeom>
            <a:avLst/>
            <a:gdLst/>
            <a:ahLst/>
            <a:cxnLst/>
            <a:rect r="r" b="b" t="t" l="l"/>
            <a:pathLst>
              <a:path h="2645573" w="4224468">
                <a:moveTo>
                  <a:pt x="0" y="0"/>
                </a:moveTo>
                <a:lnTo>
                  <a:pt x="4224469" y="0"/>
                </a:lnTo>
                <a:lnTo>
                  <a:pt x="4224469" y="2645573"/>
                </a:lnTo>
                <a:lnTo>
                  <a:pt x="0" y="2645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327486" y="9544050"/>
            <a:ext cx="3169280" cy="2226419"/>
          </a:xfrm>
          <a:custGeom>
            <a:avLst/>
            <a:gdLst/>
            <a:ahLst/>
            <a:cxnLst/>
            <a:rect r="r" b="b" t="t" l="l"/>
            <a:pathLst>
              <a:path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0735747" y="9530780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1558320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7433853"/>
            <a:ext cx="1794966" cy="1932669"/>
          </a:xfrm>
          <a:custGeom>
            <a:avLst/>
            <a:gdLst/>
            <a:ahLst/>
            <a:cxnLst/>
            <a:rect r="r" b="b" t="t" l="l"/>
            <a:pathLst>
              <a:path h="1932669" w="1794966">
                <a:moveTo>
                  <a:pt x="0" y="0"/>
                </a:moveTo>
                <a:lnTo>
                  <a:pt x="1794966" y="0"/>
                </a:lnTo>
                <a:lnTo>
                  <a:pt x="1794966" y="1932669"/>
                </a:lnTo>
                <a:lnTo>
                  <a:pt x="0" y="19326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744232" y="460501"/>
            <a:ext cx="1488463" cy="1602652"/>
          </a:xfrm>
          <a:custGeom>
            <a:avLst/>
            <a:gdLst/>
            <a:ahLst/>
            <a:cxnLst/>
            <a:rect r="r" b="b" t="t" l="l"/>
            <a:pathLst>
              <a:path h="1602652" w="1488463">
                <a:moveTo>
                  <a:pt x="0" y="0"/>
                </a:moveTo>
                <a:lnTo>
                  <a:pt x="1488464" y="0"/>
                </a:lnTo>
                <a:lnTo>
                  <a:pt x="1488464" y="1602652"/>
                </a:lnTo>
                <a:lnTo>
                  <a:pt x="0" y="16026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74826" y="1414894"/>
            <a:ext cx="16284474" cy="8712194"/>
          </a:xfrm>
          <a:custGeom>
            <a:avLst/>
            <a:gdLst/>
            <a:ahLst/>
            <a:cxnLst/>
            <a:rect r="r" b="b" t="t" l="l"/>
            <a:pathLst>
              <a:path h="8712194" w="16284474">
                <a:moveTo>
                  <a:pt x="0" y="0"/>
                </a:moveTo>
                <a:lnTo>
                  <a:pt x="16284474" y="0"/>
                </a:lnTo>
                <a:lnTo>
                  <a:pt x="16284474" y="8712193"/>
                </a:lnTo>
                <a:lnTo>
                  <a:pt x="0" y="87121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53511" y="336676"/>
            <a:ext cx="15183055" cy="107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Evidencias: Diagrama componentes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4827993" y="-1392447"/>
            <a:ext cx="4017146" cy="3158481"/>
          </a:xfrm>
          <a:custGeom>
            <a:avLst/>
            <a:gdLst/>
            <a:ahLst/>
            <a:cxnLst/>
            <a:rect r="r" b="b" t="t" l="l"/>
            <a:pathLst>
              <a:path h="3158481" w="4017146">
                <a:moveTo>
                  <a:pt x="0" y="0"/>
                </a:moveTo>
                <a:lnTo>
                  <a:pt x="4017147" y="0"/>
                </a:lnTo>
                <a:lnTo>
                  <a:pt x="4017147" y="3158481"/>
                </a:lnTo>
                <a:lnTo>
                  <a:pt x="0" y="3158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580296" y="-1616873"/>
            <a:ext cx="4224468" cy="2645573"/>
          </a:xfrm>
          <a:custGeom>
            <a:avLst/>
            <a:gdLst/>
            <a:ahLst/>
            <a:cxnLst/>
            <a:rect r="r" b="b" t="t" l="l"/>
            <a:pathLst>
              <a:path h="2645573" w="4224468">
                <a:moveTo>
                  <a:pt x="0" y="0"/>
                </a:moveTo>
                <a:lnTo>
                  <a:pt x="4224469" y="0"/>
                </a:lnTo>
                <a:lnTo>
                  <a:pt x="4224469" y="2645573"/>
                </a:lnTo>
                <a:lnTo>
                  <a:pt x="0" y="2645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327486" y="9544050"/>
            <a:ext cx="3169280" cy="2226419"/>
          </a:xfrm>
          <a:custGeom>
            <a:avLst/>
            <a:gdLst/>
            <a:ahLst/>
            <a:cxnLst/>
            <a:rect r="r" b="b" t="t" l="l"/>
            <a:pathLst>
              <a:path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0735747" y="9530780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1558320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7433853"/>
            <a:ext cx="1794966" cy="1932669"/>
          </a:xfrm>
          <a:custGeom>
            <a:avLst/>
            <a:gdLst/>
            <a:ahLst/>
            <a:cxnLst/>
            <a:rect r="r" b="b" t="t" l="l"/>
            <a:pathLst>
              <a:path h="1932669" w="1794966">
                <a:moveTo>
                  <a:pt x="0" y="0"/>
                </a:moveTo>
                <a:lnTo>
                  <a:pt x="1794966" y="0"/>
                </a:lnTo>
                <a:lnTo>
                  <a:pt x="1794966" y="1932669"/>
                </a:lnTo>
                <a:lnTo>
                  <a:pt x="0" y="19326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744232" y="460501"/>
            <a:ext cx="1488463" cy="1602652"/>
          </a:xfrm>
          <a:custGeom>
            <a:avLst/>
            <a:gdLst/>
            <a:ahLst/>
            <a:cxnLst/>
            <a:rect r="r" b="b" t="t" l="l"/>
            <a:pathLst>
              <a:path h="1602652" w="1488463">
                <a:moveTo>
                  <a:pt x="0" y="0"/>
                </a:moveTo>
                <a:lnTo>
                  <a:pt x="1488464" y="0"/>
                </a:lnTo>
                <a:lnTo>
                  <a:pt x="1488464" y="1602652"/>
                </a:lnTo>
                <a:lnTo>
                  <a:pt x="0" y="16026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224713" y="1398383"/>
            <a:ext cx="16034587" cy="8798980"/>
          </a:xfrm>
          <a:custGeom>
            <a:avLst/>
            <a:gdLst/>
            <a:ahLst/>
            <a:cxnLst/>
            <a:rect r="r" b="b" t="t" l="l"/>
            <a:pathLst>
              <a:path h="8798980" w="16034587">
                <a:moveTo>
                  <a:pt x="0" y="0"/>
                </a:moveTo>
                <a:lnTo>
                  <a:pt x="16034587" y="0"/>
                </a:lnTo>
                <a:lnTo>
                  <a:pt x="16034587" y="8798980"/>
                </a:lnTo>
                <a:lnTo>
                  <a:pt x="0" y="879898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74027" y="346201"/>
            <a:ext cx="15366752" cy="105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Evidencias: Diagrama Despliegue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4305" y="685723"/>
            <a:ext cx="12150670" cy="8915554"/>
          </a:xfrm>
          <a:custGeom>
            <a:avLst/>
            <a:gdLst/>
            <a:ahLst/>
            <a:cxnLst/>
            <a:rect r="r" b="b" t="t" l="l"/>
            <a:pathLst>
              <a:path h="8915554" w="12150670">
                <a:moveTo>
                  <a:pt x="0" y="0"/>
                </a:moveTo>
                <a:lnTo>
                  <a:pt x="12150670" y="0"/>
                </a:lnTo>
                <a:lnTo>
                  <a:pt x="12150670" y="8915554"/>
                </a:lnTo>
                <a:lnTo>
                  <a:pt x="0" y="891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40774" y="-1002444"/>
            <a:ext cx="3979687" cy="4016198"/>
          </a:xfrm>
          <a:custGeom>
            <a:avLst/>
            <a:gdLst/>
            <a:ahLst/>
            <a:cxnLst/>
            <a:rect r="r" b="b" t="t" l="l"/>
            <a:pathLst>
              <a:path h="4016198" w="3979687">
                <a:moveTo>
                  <a:pt x="0" y="0"/>
                </a:moveTo>
                <a:lnTo>
                  <a:pt x="3979687" y="0"/>
                </a:lnTo>
                <a:lnTo>
                  <a:pt x="3979687" y="4016198"/>
                </a:lnTo>
                <a:lnTo>
                  <a:pt x="0" y="4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285971">
            <a:off x="14032950" y="7352299"/>
            <a:ext cx="4493271" cy="3066657"/>
          </a:xfrm>
          <a:custGeom>
            <a:avLst/>
            <a:gdLst/>
            <a:ahLst/>
            <a:cxnLst/>
            <a:rect r="r" b="b" t="t" l="l"/>
            <a:pathLst>
              <a:path h="3066657" w="4493271">
                <a:moveTo>
                  <a:pt x="0" y="0"/>
                </a:moveTo>
                <a:lnTo>
                  <a:pt x="4493271" y="0"/>
                </a:lnTo>
                <a:lnTo>
                  <a:pt x="4493271" y="3066657"/>
                </a:lnTo>
                <a:lnTo>
                  <a:pt x="0" y="30666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35213" y="3391779"/>
            <a:ext cx="5731602" cy="3503442"/>
          </a:xfrm>
          <a:custGeom>
            <a:avLst/>
            <a:gdLst/>
            <a:ahLst/>
            <a:cxnLst/>
            <a:rect r="r" b="b" t="t" l="l"/>
            <a:pathLst>
              <a:path h="3503442" w="5731602">
                <a:moveTo>
                  <a:pt x="0" y="0"/>
                </a:moveTo>
                <a:lnTo>
                  <a:pt x="5731602" y="0"/>
                </a:lnTo>
                <a:lnTo>
                  <a:pt x="5731602" y="3503442"/>
                </a:lnTo>
                <a:lnTo>
                  <a:pt x="0" y="35034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1932" y="1093288"/>
            <a:ext cx="15746758" cy="8267048"/>
          </a:xfrm>
          <a:custGeom>
            <a:avLst/>
            <a:gdLst/>
            <a:ahLst/>
            <a:cxnLst/>
            <a:rect r="r" b="b" t="t" l="l"/>
            <a:pathLst>
              <a:path h="8267048" w="15746758">
                <a:moveTo>
                  <a:pt x="0" y="0"/>
                </a:moveTo>
                <a:lnTo>
                  <a:pt x="15746758" y="0"/>
                </a:lnTo>
                <a:lnTo>
                  <a:pt x="15746758" y="8267048"/>
                </a:lnTo>
                <a:lnTo>
                  <a:pt x="0" y="8267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40774" y="-1002444"/>
            <a:ext cx="3979687" cy="4016198"/>
          </a:xfrm>
          <a:custGeom>
            <a:avLst/>
            <a:gdLst/>
            <a:ahLst/>
            <a:cxnLst/>
            <a:rect r="r" b="b" t="t" l="l"/>
            <a:pathLst>
              <a:path h="4016198" w="3979687">
                <a:moveTo>
                  <a:pt x="0" y="0"/>
                </a:moveTo>
                <a:lnTo>
                  <a:pt x="3979687" y="0"/>
                </a:lnTo>
                <a:lnTo>
                  <a:pt x="3979687" y="4016198"/>
                </a:lnTo>
                <a:lnTo>
                  <a:pt x="0" y="4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285971">
            <a:off x="14032950" y="7352299"/>
            <a:ext cx="4493271" cy="3066657"/>
          </a:xfrm>
          <a:custGeom>
            <a:avLst/>
            <a:gdLst/>
            <a:ahLst/>
            <a:cxnLst/>
            <a:rect r="r" b="b" t="t" l="l"/>
            <a:pathLst>
              <a:path h="3066657" w="4493271">
                <a:moveTo>
                  <a:pt x="0" y="0"/>
                </a:moveTo>
                <a:lnTo>
                  <a:pt x="4493271" y="0"/>
                </a:lnTo>
                <a:lnTo>
                  <a:pt x="4493271" y="3066657"/>
                </a:lnTo>
                <a:lnTo>
                  <a:pt x="0" y="30666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65321" y="6967663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3" y="0"/>
                </a:lnTo>
                <a:lnTo>
                  <a:pt x="4602313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847584" y="87358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295341" y="9340377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80"/>
                </a:lnTo>
                <a:lnTo>
                  <a:pt x="0" y="28635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117518" y="-1504340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5282649">
            <a:off x="16004285" y="265374"/>
            <a:ext cx="4017207" cy="1370872"/>
          </a:xfrm>
          <a:custGeom>
            <a:avLst/>
            <a:gdLst/>
            <a:ahLst/>
            <a:cxnLst/>
            <a:rect r="r" b="b" t="t" l="l"/>
            <a:pathLst>
              <a:path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36274" y="4417589"/>
            <a:ext cx="1494487" cy="1494487"/>
          </a:xfrm>
          <a:custGeom>
            <a:avLst/>
            <a:gdLst/>
            <a:ahLst/>
            <a:cxnLst/>
            <a:rect r="r" b="b" t="t" l="l"/>
            <a:pathLst>
              <a:path h="1494487" w="1494487">
                <a:moveTo>
                  <a:pt x="0" y="0"/>
                </a:moveTo>
                <a:lnTo>
                  <a:pt x="1494487" y="0"/>
                </a:lnTo>
                <a:lnTo>
                  <a:pt x="1494487" y="1494486"/>
                </a:lnTo>
                <a:lnTo>
                  <a:pt x="0" y="14944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9220" y="7457757"/>
            <a:ext cx="1494487" cy="1494487"/>
          </a:xfrm>
          <a:custGeom>
            <a:avLst/>
            <a:gdLst/>
            <a:ahLst/>
            <a:cxnLst/>
            <a:rect r="r" b="b" t="t" l="l"/>
            <a:pathLst>
              <a:path h="1494487" w="1494487">
                <a:moveTo>
                  <a:pt x="0" y="0"/>
                </a:moveTo>
                <a:lnTo>
                  <a:pt x="1494486" y="0"/>
                </a:lnTo>
                <a:lnTo>
                  <a:pt x="1494486" y="1494486"/>
                </a:lnTo>
                <a:lnTo>
                  <a:pt x="0" y="14944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565807" y="5831291"/>
            <a:ext cx="1379037" cy="1379037"/>
          </a:xfrm>
          <a:custGeom>
            <a:avLst/>
            <a:gdLst/>
            <a:ahLst/>
            <a:cxnLst/>
            <a:rect r="r" b="b" t="t" l="l"/>
            <a:pathLst>
              <a:path h="1379037" w="1379037">
                <a:moveTo>
                  <a:pt x="0" y="0"/>
                </a:moveTo>
                <a:lnTo>
                  <a:pt x="1379036" y="0"/>
                </a:lnTo>
                <a:lnTo>
                  <a:pt x="1379036" y="1379037"/>
                </a:lnTo>
                <a:lnTo>
                  <a:pt x="0" y="13790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9116" y="7539510"/>
            <a:ext cx="1114695" cy="1330979"/>
          </a:xfrm>
          <a:custGeom>
            <a:avLst/>
            <a:gdLst/>
            <a:ahLst/>
            <a:cxnLst/>
            <a:rect r="r" b="b" t="t" l="l"/>
            <a:pathLst>
              <a:path h="1330979" w="1114695">
                <a:moveTo>
                  <a:pt x="0" y="0"/>
                </a:moveTo>
                <a:lnTo>
                  <a:pt x="1114695" y="0"/>
                </a:lnTo>
                <a:lnTo>
                  <a:pt x="1114695" y="1330980"/>
                </a:lnTo>
                <a:lnTo>
                  <a:pt x="0" y="133098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36274" y="4402643"/>
            <a:ext cx="1717704" cy="1509432"/>
          </a:xfrm>
          <a:custGeom>
            <a:avLst/>
            <a:gdLst/>
            <a:ahLst/>
            <a:cxnLst/>
            <a:rect r="r" b="b" t="t" l="l"/>
            <a:pathLst>
              <a:path h="1509432" w="1717704">
                <a:moveTo>
                  <a:pt x="0" y="0"/>
                </a:moveTo>
                <a:lnTo>
                  <a:pt x="1717704" y="0"/>
                </a:lnTo>
                <a:lnTo>
                  <a:pt x="1717704" y="1509432"/>
                </a:lnTo>
                <a:lnTo>
                  <a:pt x="0" y="150943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475555" y="5741039"/>
            <a:ext cx="1559541" cy="1559541"/>
          </a:xfrm>
          <a:custGeom>
            <a:avLst/>
            <a:gdLst/>
            <a:ahLst/>
            <a:cxnLst/>
            <a:rect r="r" b="b" t="t" l="l"/>
            <a:pathLst>
              <a:path h="1559541" w="1559541">
                <a:moveTo>
                  <a:pt x="0" y="0"/>
                </a:moveTo>
                <a:lnTo>
                  <a:pt x="1559540" y="0"/>
                </a:lnTo>
                <a:lnTo>
                  <a:pt x="1559540" y="1559541"/>
                </a:lnTo>
                <a:lnTo>
                  <a:pt x="0" y="155954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96468" y="3654996"/>
            <a:ext cx="5111791" cy="491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4"/>
              </a:lnSpc>
            </a:pPr>
            <a:r>
              <a:rPr lang="en-US" sz="3798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Issues (</a:t>
            </a:r>
            <a:r>
              <a:rPr lang="en-US" b="true" sz="379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Dificultades)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671" y="6144497"/>
            <a:ext cx="2937692" cy="46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4"/>
              </a:lnSpc>
            </a:pPr>
            <a:r>
              <a:rPr lang="en-US" sz="132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Retraso en información del cliente.</a:t>
            </a:r>
          </a:p>
          <a:p>
            <a:pPr algn="ctr">
              <a:lnSpc>
                <a:spcPts val="1854"/>
              </a:lnSpc>
            </a:pPr>
            <a:r>
              <a:rPr lang="en-US" sz="1324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Mitigado con datos de prueba.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9027" y="9184665"/>
            <a:ext cx="3314872" cy="46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4"/>
              </a:lnSpc>
            </a:pPr>
            <a:r>
              <a:rPr lang="en-US" sz="132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Ajustes técnicos por retroalimentación.</a:t>
            </a:r>
          </a:p>
          <a:p>
            <a:pPr algn="ctr">
              <a:lnSpc>
                <a:spcPts val="1854"/>
              </a:lnSpc>
            </a:pPr>
            <a:r>
              <a:rPr lang="en-US" sz="1324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Mejora en coherencia.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52364" y="7508493"/>
            <a:ext cx="2405923" cy="69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4"/>
              </a:lnSpc>
            </a:pPr>
            <a:r>
              <a:rPr lang="en-US" sz="132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Coordinación de diagramas.</a:t>
            </a:r>
          </a:p>
          <a:p>
            <a:pPr algn="ctr">
              <a:lnSpc>
                <a:spcPts val="1854"/>
              </a:lnSpc>
            </a:pPr>
            <a:r>
              <a:rPr lang="en-US" sz="1324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Asegurar que describan exactamente el mismo flujo.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33879" y="524319"/>
            <a:ext cx="3312062" cy="529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7"/>
              </a:lnSpc>
            </a:pPr>
            <a:r>
              <a:rPr lang="en-US" b="true" sz="404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Facilitadores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306124" y="1310630"/>
            <a:ext cx="1469482" cy="1469482"/>
          </a:xfrm>
          <a:custGeom>
            <a:avLst/>
            <a:gdLst/>
            <a:ahLst/>
            <a:cxnLst/>
            <a:rect r="r" b="b" t="t" l="l"/>
            <a:pathLst>
              <a:path h="1469482" w="1469482">
                <a:moveTo>
                  <a:pt x="0" y="0"/>
                </a:moveTo>
                <a:lnTo>
                  <a:pt x="1469481" y="0"/>
                </a:lnTo>
                <a:lnTo>
                  <a:pt x="1469481" y="1469482"/>
                </a:lnTo>
                <a:lnTo>
                  <a:pt x="0" y="146948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587189" y="1438865"/>
            <a:ext cx="1416305" cy="1416305"/>
          </a:xfrm>
          <a:custGeom>
            <a:avLst/>
            <a:gdLst/>
            <a:ahLst/>
            <a:cxnLst/>
            <a:rect r="r" b="b" t="t" l="l"/>
            <a:pathLst>
              <a:path h="1416305" w="1416305">
                <a:moveTo>
                  <a:pt x="0" y="0"/>
                </a:moveTo>
                <a:lnTo>
                  <a:pt x="1416305" y="0"/>
                </a:lnTo>
                <a:lnTo>
                  <a:pt x="1416305" y="1416305"/>
                </a:lnTo>
                <a:lnTo>
                  <a:pt x="0" y="141630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457609" y="1231881"/>
            <a:ext cx="1464600" cy="1464600"/>
          </a:xfrm>
          <a:custGeom>
            <a:avLst/>
            <a:gdLst/>
            <a:ahLst/>
            <a:cxnLst/>
            <a:rect r="r" b="b" t="t" l="l"/>
            <a:pathLst>
              <a:path h="1464600" w="1464600">
                <a:moveTo>
                  <a:pt x="0" y="0"/>
                </a:moveTo>
                <a:lnTo>
                  <a:pt x="1464601" y="0"/>
                </a:lnTo>
                <a:lnTo>
                  <a:pt x="1464601" y="1464600"/>
                </a:lnTo>
                <a:lnTo>
                  <a:pt x="0" y="14646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642154" y="1549148"/>
            <a:ext cx="1317402" cy="1272940"/>
          </a:xfrm>
          <a:custGeom>
            <a:avLst/>
            <a:gdLst/>
            <a:ahLst/>
            <a:cxnLst/>
            <a:rect r="r" b="b" t="t" l="l"/>
            <a:pathLst>
              <a:path h="1272940" w="1317402">
                <a:moveTo>
                  <a:pt x="0" y="0"/>
                </a:moveTo>
                <a:lnTo>
                  <a:pt x="1317402" y="0"/>
                </a:lnTo>
                <a:lnTo>
                  <a:pt x="1317402" y="1272939"/>
                </a:lnTo>
                <a:lnTo>
                  <a:pt x="0" y="127293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514400" y="1280121"/>
            <a:ext cx="1351019" cy="1368121"/>
          </a:xfrm>
          <a:custGeom>
            <a:avLst/>
            <a:gdLst/>
            <a:ahLst/>
            <a:cxnLst/>
            <a:rect r="r" b="b" t="t" l="l"/>
            <a:pathLst>
              <a:path h="1368121" w="1351019">
                <a:moveTo>
                  <a:pt x="0" y="0"/>
                </a:moveTo>
                <a:lnTo>
                  <a:pt x="1351019" y="0"/>
                </a:lnTo>
                <a:lnTo>
                  <a:pt x="1351019" y="1368120"/>
                </a:lnTo>
                <a:lnTo>
                  <a:pt x="0" y="136812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513992" y="1518498"/>
            <a:ext cx="1053746" cy="1053746"/>
          </a:xfrm>
          <a:custGeom>
            <a:avLst/>
            <a:gdLst/>
            <a:ahLst/>
            <a:cxnLst/>
            <a:rect r="r" b="b" t="t" l="l"/>
            <a:pathLst>
              <a:path h="1053746" w="1053746">
                <a:moveTo>
                  <a:pt x="0" y="0"/>
                </a:moveTo>
                <a:lnTo>
                  <a:pt x="1053745" y="0"/>
                </a:lnTo>
                <a:lnTo>
                  <a:pt x="1053745" y="1053746"/>
                </a:lnTo>
                <a:lnTo>
                  <a:pt x="0" y="105374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4804892" y="2924082"/>
            <a:ext cx="2471945" cy="231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3"/>
              </a:lnSpc>
            </a:pPr>
            <a:r>
              <a:rPr lang="en-US" sz="134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Comunicación interna fluida.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86437" y="2924082"/>
            <a:ext cx="2606945" cy="231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3"/>
              </a:lnSpc>
            </a:pPr>
            <a:r>
              <a:rPr lang="en-US" sz="134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Planificación con Gantt y RACI.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02982" y="2924082"/>
            <a:ext cx="2384718" cy="231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3"/>
              </a:lnSpc>
            </a:pPr>
            <a:r>
              <a:rPr lang="en-US" sz="134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Herramientas colaborativas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92173" y="4500841"/>
            <a:ext cx="7390032" cy="69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6"/>
              </a:lnSpc>
            </a:pPr>
            <a:r>
              <a:rPr lang="en-US" b="true" sz="533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Actividades </a:t>
            </a:r>
            <a:r>
              <a:rPr lang="en-US" b="true" sz="533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ajustadas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450523" y="5510690"/>
            <a:ext cx="1973555" cy="2694310"/>
            <a:chOff x="0" y="0"/>
            <a:chExt cx="1114238" cy="152116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14238" cy="1521165"/>
            </a:xfrm>
            <a:custGeom>
              <a:avLst/>
              <a:gdLst/>
              <a:ahLst/>
              <a:cxnLst/>
              <a:rect r="r" b="b" t="t" l="l"/>
              <a:pathLst>
                <a:path h="1521165" w="1114238">
                  <a:moveTo>
                    <a:pt x="58842" y="0"/>
                  </a:moveTo>
                  <a:lnTo>
                    <a:pt x="1055396" y="0"/>
                  </a:lnTo>
                  <a:cubicBezTo>
                    <a:pt x="1087894" y="0"/>
                    <a:pt x="1114238" y="26345"/>
                    <a:pt x="1114238" y="58842"/>
                  </a:cubicBezTo>
                  <a:lnTo>
                    <a:pt x="1114238" y="1462323"/>
                  </a:lnTo>
                  <a:cubicBezTo>
                    <a:pt x="1114238" y="1494820"/>
                    <a:pt x="1087894" y="1521165"/>
                    <a:pt x="1055396" y="1521165"/>
                  </a:cubicBezTo>
                  <a:lnTo>
                    <a:pt x="58842" y="1521165"/>
                  </a:lnTo>
                  <a:cubicBezTo>
                    <a:pt x="26345" y="1521165"/>
                    <a:pt x="0" y="1494820"/>
                    <a:pt x="0" y="1462323"/>
                  </a:cubicBezTo>
                  <a:lnTo>
                    <a:pt x="0" y="58842"/>
                  </a:lnTo>
                  <a:cubicBezTo>
                    <a:pt x="0" y="26345"/>
                    <a:pt x="26345" y="0"/>
                    <a:pt x="58842" y="0"/>
                  </a:cubicBezTo>
                  <a:close/>
                </a:path>
              </a:pathLst>
            </a:custGeom>
            <a:solidFill>
              <a:srgbClr val="003DA5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85725"/>
              <a:ext cx="1114238" cy="1435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704012" y="6107151"/>
            <a:ext cx="1466576" cy="1482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8"/>
              </a:lnSpc>
              <a:spcBef>
                <a:spcPct val="0"/>
              </a:spcBef>
            </a:pPr>
            <a:r>
              <a:rPr lang="en-US" sz="1761" spc="2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Revisión y actualización del Acta y alcance del proyecto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525198" y="5510690"/>
            <a:ext cx="1973555" cy="2694310"/>
            <a:chOff x="0" y="0"/>
            <a:chExt cx="1114238" cy="152116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14238" cy="1521165"/>
            </a:xfrm>
            <a:custGeom>
              <a:avLst/>
              <a:gdLst/>
              <a:ahLst/>
              <a:cxnLst/>
              <a:rect r="r" b="b" t="t" l="l"/>
              <a:pathLst>
                <a:path h="1521165" w="1114238">
                  <a:moveTo>
                    <a:pt x="58842" y="0"/>
                  </a:moveTo>
                  <a:lnTo>
                    <a:pt x="1055396" y="0"/>
                  </a:lnTo>
                  <a:cubicBezTo>
                    <a:pt x="1087894" y="0"/>
                    <a:pt x="1114238" y="26345"/>
                    <a:pt x="1114238" y="58842"/>
                  </a:cubicBezTo>
                  <a:lnTo>
                    <a:pt x="1114238" y="1462323"/>
                  </a:lnTo>
                  <a:cubicBezTo>
                    <a:pt x="1114238" y="1494820"/>
                    <a:pt x="1087894" y="1521165"/>
                    <a:pt x="1055396" y="1521165"/>
                  </a:cubicBezTo>
                  <a:lnTo>
                    <a:pt x="58842" y="1521165"/>
                  </a:lnTo>
                  <a:cubicBezTo>
                    <a:pt x="26345" y="1521165"/>
                    <a:pt x="0" y="1494820"/>
                    <a:pt x="0" y="1462323"/>
                  </a:cubicBezTo>
                  <a:lnTo>
                    <a:pt x="0" y="58842"/>
                  </a:lnTo>
                  <a:cubicBezTo>
                    <a:pt x="0" y="26345"/>
                    <a:pt x="26345" y="0"/>
                    <a:pt x="58842" y="0"/>
                  </a:cubicBezTo>
                  <a:close/>
                </a:path>
              </a:pathLst>
            </a:custGeom>
            <a:solidFill>
              <a:srgbClr val="003DA5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85725"/>
              <a:ext cx="1114238" cy="1435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8692123" y="6256836"/>
            <a:ext cx="1639705" cy="118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8"/>
              </a:lnSpc>
              <a:spcBef>
                <a:spcPct val="0"/>
              </a:spcBef>
            </a:pPr>
            <a:r>
              <a:rPr lang="en-US" sz="1761" spc="2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ERS reestructurado con nuevos requisitos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600411" y="5510690"/>
            <a:ext cx="1973555" cy="2694310"/>
            <a:chOff x="0" y="0"/>
            <a:chExt cx="1114238" cy="152116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14238" cy="1521165"/>
            </a:xfrm>
            <a:custGeom>
              <a:avLst/>
              <a:gdLst/>
              <a:ahLst/>
              <a:cxnLst/>
              <a:rect r="r" b="b" t="t" l="l"/>
              <a:pathLst>
                <a:path h="1521165" w="1114238">
                  <a:moveTo>
                    <a:pt x="58842" y="0"/>
                  </a:moveTo>
                  <a:lnTo>
                    <a:pt x="1055396" y="0"/>
                  </a:lnTo>
                  <a:cubicBezTo>
                    <a:pt x="1087894" y="0"/>
                    <a:pt x="1114238" y="26345"/>
                    <a:pt x="1114238" y="58842"/>
                  </a:cubicBezTo>
                  <a:lnTo>
                    <a:pt x="1114238" y="1462323"/>
                  </a:lnTo>
                  <a:cubicBezTo>
                    <a:pt x="1114238" y="1494820"/>
                    <a:pt x="1087894" y="1521165"/>
                    <a:pt x="1055396" y="1521165"/>
                  </a:cubicBezTo>
                  <a:lnTo>
                    <a:pt x="58842" y="1521165"/>
                  </a:lnTo>
                  <a:cubicBezTo>
                    <a:pt x="26345" y="1521165"/>
                    <a:pt x="0" y="1494820"/>
                    <a:pt x="0" y="1462323"/>
                  </a:cubicBezTo>
                  <a:lnTo>
                    <a:pt x="0" y="58842"/>
                  </a:lnTo>
                  <a:cubicBezTo>
                    <a:pt x="0" y="26345"/>
                    <a:pt x="26345" y="0"/>
                    <a:pt x="58842" y="0"/>
                  </a:cubicBezTo>
                  <a:close/>
                </a:path>
              </a:pathLst>
            </a:custGeom>
            <a:solidFill>
              <a:srgbClr val="003DA5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85725"/>
              <a:ext cx="1114238" cy="1435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853901" y="5807782"/>
            <a:ext cx="1466576" cy="2081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8"/>
              </a:lnSpc>
              <a:spcBef>
                <a:spcPct val="0"/>
              </a:spcBef>
            </a:pPr>
            <a:r>
              <a:rPr lang="en-US" sz="1761" spc="2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Diagramas UML/BPMN ajustados para mantener coherencia técnica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2675087" y="5510690"/>
            <a:ext cx="1973555" cy="2694310"/>
            <a:chOff x="0" y="0"/>
            <a:chExt cx="1114238" cy="152116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14238" cy="1521165"/>
            </a:xfrm>
            <a:custGeom>
              <a:avLst/>
              <a:gdLst/>
              <a:ahLst/>
              <a:cxnLst/>
              <a:rect r="r" b="b" t="t" l="l"/>
              <a:pathLst>
                <a:path h="1521165" w="1114238">
                  <a:moveTo>
                    <a:pt x="58842" y="0"/>
                  </a:moveTo>
                  <a:lnTo>
                    <a:pt x="1055396" y="0"/>
                  </a:lnTo>
                  <a:cubicBezTo>
                    <a:pt x="1087894" y="0"/>
                    <a:pt x="1114238" y="26345"/>
                    <a:pt x="1114238" y="58842"/>
                  </a:cubicBezTo>
                  <a:lnTo>
                    <a:pt x="1114238" y="1462323"/>
                  </a:lnTo>
                  <a:cubicBezTo>
                    <a:pt x="1114238" y="1494820"/>
                    <a:pt x="1087894" y="1521165"/>
                    <a:pt x="1055396" y="1521165"/>
                  </a:cubicBezTo>
                  <a:lnTo>
                    <a:pt x="58842" y="1521165"/>
                  </a:lnTo>
                  <a:cubicBezTo>
                    <a:pt x="26345" y="1521165"/>
                    <a:pt x="0" y="1494820"/>
                    <a:pt x="0" y="1462323"/>
                  </a:cubicBezTo>
                  <a:lnTo>
                    <a:pt x="0" y="58842"/>
                  </a:lnTo>
                  <a:cubicBezTo>
                    <a:pt x="0" y="26345"/>
                    <a:pt x="26345" y="0"/>
                    <a:pt x="58842" y="0"/>
                  </a:cubicBezTo>
                  <a:close/>
                </a:path>
              </a:pathLst>
            </a:custGeom>
            <a:solidFill>
              <a:srgbClr val="003DA5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85725"/>
              <a:ext cx="1114238" cy="1435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2928576" y="6107151"/>
            <a:ext cx="1466576" cy="1482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8"/>
              </a:lnSpc>
              <a:spcBef>
                <a:spcPct val="0"/>
              </a:spcBef>
            </a:pPr>
            <a:r>
              <a:rPr lang="en-US" sz="1761" spc="2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Inclusión de arquitectura 4 + 1 y plan de pruebas ampliado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4750300" y="5510690"/>
            <a:ext cx="1973555" cy="2694310"/>
            <a:chOff x="0" y="0"/>
            <a:chExt cx="1114238" cy="152116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14238" cy="1521165"/>
            </a:xfrm>
            <a:custGeom>
              <a:avLst/>
              <a:gdLst/>
              <a:ahLst/>
              <a:cxnLst/>
              <a:rect r="r" b="b" t="t" l="l"/>
              <a:pathLst>
                <a:path h="1521165" w="1114238">
                  <a:moveTo>
                    <a:pt x="58842" y="0"/>
                  </a:moveTo>
                  <a:lnTo>
                    <a:pt x="1055396" y="0"/>
                  </a:lnTo>
                  <a:cubicBezTo>
                    <a:pt x="1087894" y="0"/>
                    <a:pt x="1114238" y="26345"/>
                    <a:pt x="1114238" y="58842"/>
                  </a:cubicBezTo>
                  <a:lnTo>
                    <a:pt x="1114238" y="1462323"/>
                  </a:lnTo>
                  <a:cubicBezTo>
                    <a:pt x="1114238" y="1494820"/>
                    <a:pt x="1087894" y="1521165"/>
                    <a:pt x="1055396" y="1521165"/>
                  </a:cubicBezTo>
                  <a:lnTo>
                    <a:pt x="58842" y="1521165"/>
                  </a:lnTo>
                  <a:cubicBezTo>
                    <a:pt x="26345" y="1521165"/>
                    <a:pt x="0" y="1494820"/>
                    <a:pt x="0" y="1462323"/>
                  </a:cubicBezTo>
                  <a:lnTo>
                    <a:pt x="0" y="58842"/>
                  </a:lnTo>
                  <a:cubicBezTo>
                    <a:pt x="0" y="26345"/>
                    <a:pt x="26345" y="0"/>
                    <a:pt x="58842" y="0"/>
                  </a:cubicBezTo>
                  <a:close/>
                </a:path>
              </a:pathLst>
            </a:custGeom>
            <a:solidFill>
              <a:srgbClr val="003DA5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85725"/>
              <a:ext cx="1114238" cy="1435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4920554" y="5957466"/>
            <a:ext cx="1633046" cy="1781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8"/>
              </a:lnSpc>
              <a:spcBef>
                <a:spcPct val="0"/>
              </a:spcBef>
            </a:pPr>
            <a:r>
              <a:rPr lang="en-US" sz="1761" spc="2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Reorganización de la Gantt, RACI y unificación de formato documental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29398" y="901798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47044" y="9882374"/>
            <a:ext cx="3296956" cy="809253"/>
          </a:xfrm>
          <a:custGeom>
            <a:avLst/>
            <a:gdLst/>
            <a:ahLst/>
            <a:cxnLst/>
            <a:rect r="r" b="b" t="t" l="l"/>
            <a:pathLst>
              <a:path h="809253" w="3296956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494772" y="9017983"/>
            <a:ext cx="4427843" cy="3481392"/>
          </a:xfrm>
          <a:custGeom>
            <a:avLst/>
            <a:gdLst/>
            <a:ahLst/>
            <a:cxnLst/>
            <a:rect r="r" b="b" t="t" l="l"/>
            <a:pathLst>
              <a:path h="3481392" w="4427843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763398" y="-1534296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801533" y="-3053980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138935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495522" y="-3297794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861154" y="-2102294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7494810" y="2371030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570549" y="949682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-5282649">
            <a:off x="16596506" y="6970869"/>
            <a:ext cx="3382987" cy="1154444"/>
          </a:xfrm>
          <a:custGeom>
            <a:avLst/>
            <a:gdLst/>
            <a:ahLst/>
            <a:cxnLst/>
            <a:rect r="r" b="b" t="t" l="l"/>
            <a:pathLst>
              <a:path h="1154444" w="3382987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7259300" y="-971659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5249087" y="885825"/>
            <a:ext cx="7789826" cy="133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7"/>
              </a:lnSpc>
            </a:pPr>
            <a:r>
              <a:rPr lang="en-US" sz="787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Próximos Pasos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24931" y="2977522"/>
            <a:ext cx="11430385" cy="74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9"/>
              </a:lnSpc>
            </a:pPr>
            <a:r>
              <a:rPr lang="en-US" sz="5875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Comenzar la Fase 3: Desarrollo.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871759" y="2929003"/>
            <a:ext cx="553173" cy="702442"/>
          </a:xfrm>
          <a:custGeom>
            <a:avLst/>
            <a:gdLst/>
            <a:ahLst/>
            <a:cxnLst/>
            <a:rect r="r" b="b" t="t" l="l"/>
            <a:pathLst>
              <a:path h="702442" w="553173">
                <a:moveTo>
                  <a:pt x="0" y="0"/>
                </a:moveTo>
                <a:lnTo>
                  <a:pt x="553172" y="0"/>
                </a:lnTo>
                <a:lnTo>
                  <a:pt x="553172" y="702441"/>
                </a:lnTo>
                <a:lnTo>
                  <a:pt x="0" y="702441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419644" y="4033022"/>
            <a:ext cx="11430385" cy="1467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9"/>
              </a:lnSpc>
            </a:pPr>
            <a:r>
              <a:rPr lang="en-US" sz="5875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Desarrollar Sistema de Control de Ingresos y Salidas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871759" y="3993046"/>
            <a:ext cx="553173" cy="702442"/>
          </a:xfrm>
          <a:custGeom>
            <a:avLst/>
            <a:gdLst/>
            <a:ahLst/>
            <a:cxnLst/>
            <a:rect r="r" b="b" t="t" l="l"/>
            <a:pathLst>
              <a:path h="702442" w="553173">
                <a:moveTo>
                  <a:pt x="0" y="0"/>
                </a:moveTo>
                <a:lnTo>
                  <a:pt x="553172" y="0"/>
                </a:lnTo>
                <a:lnTo>
                  <a:pt x="553172" y="702442"/>
                </a:lnTo>
                <a:lnTo>
                  <a:pt x="0" y="702442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448547" y="5811855"/>
            <a:ext cx="11972982" cy="1467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9"/>
              </a:lnSpc>
            </a:pPr>
            <a:r>
              <a:rPr lang="en-US" sz="5875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Desarrollar Portal de Agendamiento de Horas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2895374" y="5808304"/>
            <a:ext cx="553173" cy="702442"/>
          </a:xfrm>
          <a:custGeom>
            <a:avLst/>
            <a:gdLst/>
            <a:ahLst/>
            <a:cxnLst/>
            <a:rect r="r" b="b" t="t" l="l"/>
            <a:pathLst>
              <a:path h="702442" w="553173">
                <a:moveTo>
                  <a:pt x="0" y="0"/>
                </a:moveTo>
                <a:lnTo>
                  <a:pt x="553173" y="0"/>
                </a:lnTo>
                <a:lnTo>
                  <a:pt x="553173" y="702441"/>
                </a:lnTo>
                <a:lnTo>
                  <a:pt x="0" y="702441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419644" y="7590687"/>
            <a:ext cx="11972982" cy="1467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9"/>
              </a:lnSpc>
            </a:pPr>
            <a:r>
              <a:rPr lang="en-US" sz="5875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Desarrollar Sistema de Asignación de Emergencias y Pausas.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2866471" y="7587623"/>
            <a:ext cx="553173" cy="702442"/>
          </a:xfrm>
          <a:custGeom>
            <a:avLst/>
            <a:gdLst/>
            <a:ahLst/>
            <a:cxnLst/>
            <a:rect r="r" b="b" t="t" l="l"/>
            <a:pathLst>
              <a:path h="702442" w="553173">
                <a:moveTo>
                  <a:pt x="0" y="0"/>
                </a:moveTo>
                <a:lnTo>
                  <a:pt x="553173" y="0"/>
                </a:lnTo>
                <a:lnTo>
                  <a:pt x="553173" y="702441"/>
                </a:lnTo>
                <a:lnTo>
                  <a:pt x="0" y="702441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29398" y="861489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30709" y="9258300"/>
            <a:ext cx="3059829" cy="751049"/>
          </a:xfrm>
          <a:custGeom>
            <a:avLst/>
            <a:gdLst/>
            <a:ahLst/>
            <a:cxnLst/>
            <a:rect r="r" b="b" t="t" l="l"/>
            <a:pathLst>
              <a:path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15205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686214" y="-2578193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138935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409323" y="-2700100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831481" y="-1626507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7259300" y="2262342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570549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-5282649">
            <a:off x="16440369" y="6970869"/>
            <a:ext cx="3382987" cy="1154444"/>
          </a:xfrm>
          <a:custGeom>
            <a:avLst/>
            <a:gdLst/>
            <a:ahLst/>
            <a:cxnLst/>
            <a:rect r="r" b="b" t="t" l="l"/>
            <a:pathLst>
              <a:path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6978638" y="-642644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6155224" y="2286231"/>
            <a:ext cx="5977551" cy="5714539"/>
          </a:xfrm>
          <a:custGeom>
            <a:avLst/>
            <a:gdLst/>
            <a:ahLst/>
            <a:cxnLst/>
            <a:rect r="r" b="b" t="t" l="l"/>
            <a:pathLst>
              <a:path h="5714539" w="5977551">
                <a:moveTo>
                  <a:pt x="0" y="0"/>
                </a:moveTo>
                <a:lnTo>
                  <a:pt x="5977552" y="0"/>
                </a:lnTo>
                <a:lnTo>
                  <a:pt x="5977552" y="5714538"/>
                </a:lnTo>
                <a:lnTo>
                  <a:pt x="0" y="5714538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8700" y="2941716"/>
            <a:ext cx="4697140" cy="4403569"/>
          </a:xfrm>
          <a:custGeom>
            <a:avLst/>
            <a:gdLst/>
            <a:ahLst/>
            <a:cxnLst/>
            <a:rect r="r" b="b" t="t" l="l"/>
            <a:pathLst>
              <a:path h="4403569" w="4697140">
                <a:moveTo>
                  <a:pt x="0" y="0"/>
                </a:moveTo>
                <a:lnTo>
                  <a:pt x="4697140" y="0"/>
                </a:lnTo>
                <a:lnTo>
                  <a:pt x="4697140" y="4403568"/>
                </a:lnTo>
                <a:lnTo>
                  <a:pt x="0" y="4403568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356258" y="1083834"/>
            <a:ext cx="2271025" cy="2574391"/>
          </a:xfrm>
          <a:custGeom>
            <a:avLst/>
            <a:gdLst/>
            <a:ahLst/>
            <a:cxnLst/>
            <a:rect r="r" b="b" t="t" l="l"/>
            <a:pathLst>
              <a:path h="2574391" w="2271025">
                <a:moveTo>
                  <a:pt x="0" y="0"/>
                </a:moveTo>
                <a:lnTo>
                  <a:pt x="2271026" y="0"/>
                </a:lnTo>
                <a:lnTo>
                  <a:pt x="2271026" y="2574391"/>
                </a:lnTo>
                <a:lnTo>
                  <a:pt x="0" y="257439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114839" y="4322326"/>
            <a:ext cx="3723159" cy="3863897"/>
          </a:xfrm>
          <a:custGeom>
            <a:avLst/>
            <a:gdLst/>
            <a:ahLst/>
            <a:cxnLst/>
            <a:rect r="r" b="b" t="t" l="l"/>
            <a:pathLst>
              <a:path h="3863897" w="3723159">
                <a:moveTo>
                  <a:pt x="0" y="0"/>
                </a:moveTo>
                <a:lnTo>
                  <a:pt x="3723159" y="0"/>
                </a:lnTo>
                <a:lnTo>
                  <a:pt x="3723159" y="3863897"/>
                </a:lnTo>
                <a:lnTo>
                  <a:pt x="0" y="38638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339096" y="7234191"/>
            <a:ext cx="2513714" cy="2399633"/>
          </a:xfrm>
          <a:custGeom>
            <a:avLst/>
            <a:gdLst/>
            <a:ahLst/>
            <a:cxnLst/>
            <a:rect r="r" b="b" t="t" l="l"/>
            <a:pathLst>
              <a:path h="2399633" w="2513714">
                <a:moveTo>
                  <a:pt x="0" y="0"/>
                </a:moveTo>
                <a:lnTo>
                  <a:pt x="2513714" y="0"/>
                </a:lnTo>
                <a:lnTo>
                  <a:pt x="2513714" y="2399633"/>
                </a:lnTo>
                <a:lnTo>
                  <a:pt x="0" y="239963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688802" y="4499451"/>
            <a:ext cx="10910396" cy="1754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99"/>
              </a:lnSpc>
            </a:pPr>
            <a:r>
              <a:rPr lang="en-US" b="true" sz="14597">
                <a:solidFill>
                  <a:srgbClr val="00618A"/>
                </a:solidFill>
                <a:latin typeface="DM Sans Bold"/>
                <a:ea typeface="DM Sans Bold"/>
                <a:cs typeface="DM Sans Bold"/>
                <a:sym typeface="DM Sans Bold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DAG2Rbl2C6A</dc:identifier>
  <dcterms:modified xsi:type="dcterms:W3CDTF">2011-08-01T06:04:30Z</dcterms:modified>
  <cp:revision>1</cp:revision>
  <dc:title>Corregido CAPSTONE Presentación 2 - Diego Fuentes y Dana Werdecker</dc:title>
</cp:coreProperties>
</file>